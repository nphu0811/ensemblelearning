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1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Cảnh1 |9giây</a:t>
            </a:r>
          </a:p>
          <a:p>
            <a:endParaRPr/>
          </a:p>
          <a:p>
            <a:r>
              <a:t>Nguồn:Official TEST lịch sử · Stacking42 so với RF42 · minh họa thiết kế bằng dữ liệu thật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0162F"/>
                </a:solidFill>
                <a:latin typeface="Consolas"/>
              </a:defRPr>
            </a:pPr>
            <a:r>
              <a:t>CONCEPT A / EDITORIAL RESEARCH</a:t>
            </a:r>
          </a:p>
        </p:txBody>
      </p:sp>
      <p:sp>
        <p:nvSpPr>
          <p:cNvPr id="3" name="text-2"/>
          <p:cNvSpPr txBox="1"/>
          <p:nvPr/>
        </p:nvSpPr>
        <p:spPr>
          <a:xfrm>
            <a:off x="10972800" y="25603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300" b="0">
                <a:solidFill>
                  <a:srgbClr val="10162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10162F"/>
                </a:solidFill>
                <a:latin typeface="Aptos"/>
              </a:defRPr>
            </a:pPr>
            <a:r>
              <a:t>Official TEST lịch sử · Stacking42 so với RF42 · minh họa thiết kế bằng dữ liệu thật</a:t>
            </a:r>
          </a:p>
        </p:txBody>
      </p:sp>
      <p:sp>
        <p:nvSpPr>
          <p:cNvPr id="5" name="shape-4"/>
          <p:cNvSpPr/>
          <p:nvPr/>
        </p:nvSpPr>
        <p:spPr>
          <a:xfrm>
            <a:off x="7955279" y="0"/>
            <a:ext cx="4242816" cy="6858000"/>
          </a:xfrm>
          <a:prstGeom prst="rect">
            <a:avLst/>
          </a:prstGeom>
          <a:solidFill>
            <a:srgbClr val="FF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ro-title"/>
          <p:cNvSpPr txBox="1"/>
          <p:nvPr/>
        </p:nvSpPr>
        <p:spPr>
          <a:xfrm>
            <a:off x="502920" y="914400"/>
            <a:ext cx="73152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7200" b="1">
                <a:solidFill>
                  <a:srgbClr val="10162F"/>
                </a:solidFill>
                <a:latin typeface="Arial"/>
              </a:defRPr>
            </a:pPr>
            <a:r>
              <a:t>BỚT</a:t>
            </a:r>
          </a:p>
          <a:p>
            <a:pPr>
              <a:spcAft>
                <a:spcPts val="0"/>
              </a:spcAft>
              <a:defRPr sz="7200" b="1">
                <a:solidFill>
                  <a:srgbClr val="10162F"/>
                </a:solidFill>
                <a:latin typeface="Arial"/>
              </a:defRPr>
            </a:pPr>
            <a:r>
              <a:t>CẢNH BÁO.</a:t>
            </a:r>
          </a:p>
        </p:txBody>
      </p:sp>
      <p:sp>
        <p:nvSpPr>
          <p:cNvPr id="7" name="text-6"/>
          <p:cNvSpPr txBox="1"/>
          <p:nvPr/>
        </p:nvSpPr>
        <p:spPr>
          <a:xfrm>
            <a:off x="411480" y="3291840"/>
            <a:ext cx="7132320" cy="2273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0" b="1">
                <a:solidFill>
                  <a:srgbClr val="10162F"/>
                </a:solidFill>
                <a:latin typeface="Arial"/>
              </a:defRPr>
            </a:pPr>
            <a:r>
              <a:t>−142</a:t>
            </a:r>
          </a:p>
        </p:txBody>
      </p:sp>
      <p:sp>
        <p:nvSpPr>
          <p:cNvPr id="8" name="text-7"/>
          <p:cNvSpPr txBox="1"/>
          <p:nvPr/>
        </p:nvSpPr>
        <p:spPr>
          <a:xfrm>
            <a:off x="8183879" y="1874519"/>
            <a:ext cx="3749039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600" b="1">
                <a:solidFill>
                  <a:srgbClr val="10162F"/>
                </a:solidFill>
                <a:latin typeface="Arial"/>
              </a:defRPr>
            </a:pPr>
            <a:r>
              <a:t>+118</a:t>
            </a:r>
          </a:p>
        </p:txBody>
      </p:sp>
      <p:sp>
        <p:nvSpPr>
          <p:cNvPr id="9" name="text-8"/>
          <p:cNvSpPr txBox="1"/>
          <p:nvPr/>
        </p:nvSpPr>
        <p:spPr>
          <a:xfrm>
            <a:off x="8229600" y="342900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0162F"/>
                </a:solidFill>
                <a:latin typeface="Aptos"/>
              </a:defRPr>
            </a:pPr>
            <a:r>
              <a:t>BỎ SÓT THÊM</a:t>
            </a:r>
          </a:p>
        </p:txBody>
      </p:sp>
      <p:sp>
        <p:nvSpPr>
          <p:cNvPr id="10" name="text-9"/>
          <p:cNvSpPr txBox="1"/>
          <p:nvPr/>
        </p:nvSpPr>
        <p:spPr>
          <a:xfrm>
            <a:off x="548640" y="566928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000" b="0">
                <a:solidFill>
                  <a:srgbClr val="10162F"/>
                </a:solidFill>
                <a:latin typeface="Aptos"/>
              </a:defRPr>
            </a:pPr>
            <a:r>
              <a:t>FP giảm. FN tăng.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accel="15000" decel="15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0" presetClass="entr" presetSubtype="0" repeatCount="2000" accel="15000" decel="15000" autoRev="1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8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2026-10-19T05:46:42Z</dcterms:modified>
  <cp:category/>
</cp:coreProperties>
</file>