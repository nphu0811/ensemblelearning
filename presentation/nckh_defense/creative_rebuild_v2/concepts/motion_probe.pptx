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cket"/>
          <p:cNvSpPr/>
          <p:nvPr/>
        </p:nvSpPr>
        <p:spPr>
          <a:xfrm>
            <a:off x="914400" y="2743200"/>
            <a:ext cx="274320" cy="274320"/>
          </a:xfrm>
          <a:prstGeom prst="ellipse">
            <a:avLst/>
          </a:prstGeom>
          <a:solidFill>
            <a:srgbClr val="24C3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ro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>
                <a:solidFill>
                  <a:srgbClr val="F8F5EE"/>
                </a:solidFill>
              </a:defRPr>
            </a:pPr>
            <a:r>
              <a:t>MOTION / 118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entr" presetSubtype="0" repeatCount="3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.7 0 E" pathEditMode="relative">
                                      <p:cBhvr from="" to="">
                                        <p:cTn id="1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2026-10-19T05:44:04Z</dcterms:modified>
  <cp:category/>
</cp:coreProperties>
</file>