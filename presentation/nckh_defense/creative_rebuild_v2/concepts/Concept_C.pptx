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045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Cảnh1 |9giây</a:t>
            </a:r>
          </a:p>
          <a:p>
            <a:endParaRPr/>
          </a:p>
          <a:p>
            <a:r>
              <a:t>Nguồn:142 /118 là hiệu số lỗi official TEST lịch sử; hình học không đại diện metric độc lập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5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F8F5EE"/>
                </a:solidFill>
                <a:latin typeface="Consolas"/>
              </a:defRPr>
            </a:pPr>
            <a:r>
              <a:t>CONCEPT C / EXPERIMENTAL MOTION IDENTITY</a:t>
            </a:r>
          </a:p>
        </p:txBody>
      </p:sp>
      <p:sp>
        <p:nvSpPr>
          <p:cNvPr id="3" name="text-2"/>
          <p:cNvSpPr txBox="1"/>
          <p:nvPr/>
        </p:nvSpPr>
        <p:spPr>
          <a:xfrm>
            <a:off x="10972800" y="25603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  <a:defRPr sz="1300" b="0">
                <a:solidFill>
                  <a:srgbClr val="F8F5EE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02920" y="6483096"/>
            <a:ext cx="109728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F8F5EE"/>
                </a:solidFill>
                <a:latin typeface="Aptos"/>
              </a:defRPr>
            </a:pPr>
            <a:r>
              <a:t>142 /118 là hiệu số lỗi official TEST lịch sử; hình học không đại diện metric độc lập</a:t>
            </a:r>
          </a:p>
        </p:txBody>
      </p:sp>
      <p:sp>
        <p:nvSpPr>
          <p:cNvPr id="5" name="text-4"/>
          <p:cNvSpPr txBox="1"/>
          <p:nvPr/>
        </p:nvSpPr>
        <p:spPr>
          <a:xfrm>
            <a:off x="502920" y="1051560"/>
            <a:ext cx="7955279" cy="3322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0" b="1">
                <a:solidFill>
                  <a:srgbClr val="F8F5EE"/>
                </a:solidFill>
                <a:latin typeface="Arial"/>
              </a:defRPr>
            </a:pPr>
            <a:r>
              <a:t>SAI</a:t>
            </a:r>
          </a:p>
          <a:p>
            <a:pPr>
              <a:spcAft>
                <a:spcPts val="0"/>
              </a:spcAft>
              <a:defRPr sz="11000" b="1">
                <a:solidFill>
                  <a:srgbClr val="F8F5EE"/>
                </a:solidFill>
                <a:latin typeface="Arial"/>
              </a:defRPr>
            </a:pPr>
            <a:r>
              <a:t>Ở ĐÂU?</a:t>
            </a:r>
          </a:p>
        </p:txBody>
      </p:sp>
      <p:sp>
        <p:nvSpPr>
          <p:cNvPr id="6" name="shape-5"/>
          <p:cNvSpPr/>
          <p:nvPr/>
        </p:nvSpPr>
        <p:spPr>
          <a:xfrm>
            <a:off x="8138160" y="2377440"/>
            <a:ext cx="2011680" cy="2011680"/>
          </a:xfrm>
          <a:prstGeom prst="ellipse">
            <a:avLst/>
          </a:prstGeom>
          <a:noFill/>
          <a:ln w="19050">
            <a:solidFill>
              <a:srgbClr val="C5F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hape-6"/>
          <p:cNvSpPr/>
          <p:nvPr/>
        </p:nvSpPr>
        <p:spPr>
          <a:xfrm>
            <a:off x="7790688" y="2029968"/>
            <a:ext cx="2706624" cy="2706624"/>
          </a:xfrm>
          <a:prstGeom prst="ellipse">
            <a:avLst/>
          </a:prstGeom>
          <a:noFill/>
          <a:ln w="19050">
            <a:solidFill>
              <a:srgbClr val="C5F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hape-7"/>
          <p:cNvSpPr/>
          <p:nvPr/>
        </p:nvSpPr>
        <p:spPr>
          <a:xfrm>
            <a:off x="7443216" y="1682496"/>
            <a:ext cx="3401568" cy="3401568"/>
          </a:xfrm>
          <a:prstGeom prst="ellipse">
            <a:avLst/>
          </a:prstGeom>
          <a:noFill/>
          <a:ln w="19050">
            <a:solidFill>
              <a:srgbClr val="C5F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hape-8"/>
          <p:cNvSpPr/>
          <p:nvPr/>
        </p:nvSpPr>
        <p:spPr>
          <a:xfrm>
            <a:off x="8183879" y="2560320"/>
            <a:ext cx="1920240" cy="1920240"/>
          </a:xfrm>
          <a:prstGeom prst="diamond">
            <a:avLst/>
          </a:prstGeom>
          <a:solidFill>
            <a:srgbClr val="FF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-9"/>
          <p:cNvSpPr txBox="1"/>
          <p:nvPr/>
        </p:nvSpPr>
        <p:spPr>
          <a:xfrm>
            <a:off x="7772400" y="530352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100" b="1">
                <a:solidFill>
                  <a:srgbClr val="F8F5EE"/>
                </a:solidFill>
                <a:latin typeface="Consolas"/>
              </a:defRPr>
            </a:pPr>
            <a:r>
              <a:t>FP / FN</a:t>
            </a:r>
          </a:p>
        </p:txBody>
      </p:sp>
      <p:sp>
        <p:nvSpPr>
          <p:cNvPr id="11" name="text-10"/>
          <p:cNvSpPr txBox="1"/>
          <p:nvPr/>
        </p:nvSpPr>
        <p:spPr>
          <a:xfrm>
            <a:off x="594360" y="525780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800" b="0">
                <a:solidFill>
                  <a:srgbClr val="F8F5EE"/>
                </a:solidFill>
                <a:latin typeface="Aptos"/>
              </a:defRPr>
            </a:pPr>
            <a:r>
              <a:t>Mỗi quyết định đều có chi phí.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accel="15000" decel="1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-0.05250000 0.00000000 E" pathEditMode="relative">
                                      <p:cBhvr from="" to="">
                                        <p:cTn id="7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0" presetClass="entr" presetSubtype="0" repeatCount="2000" accel="15000" decel="1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0" presetClass="entr" presetSubtype="0" accel="15000" decel="1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-0.06375000 0.01333333 E" pathEditMode="relative">
                                      <p:cBhvr from="" to="">
                                        <p:cTn id="13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entr" presetSubtype="0" repeatCount="2000" accel="15000" decel="1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entr" presetSubtype="0" accel="15000" decel="1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-0.07500000 0.02666667 E" pathEditMode="relative">
                                      <p:cBhvr from="" to="">
                                        <p:cTn id="19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entr" presetSubtype="0" repeatCount="2000" accel="15000" decel="1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0" presetClass="entr" presetSubtype="0" accel="15000" decel="1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02250000 0.06666667 E" pathEditMode="relative">
                                      <p:cBhvr from="" to="">
                                        <p:cTn id="25" dur="5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22" presetClass="entr" presetSubtype="8" accel="15000" decel="15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2026-10-19T05:46:54Z</dcterms:modified>
  <cp:category/>
</cp:coreProperties>
</file>